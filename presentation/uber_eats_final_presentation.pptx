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Uber Eats Operational &amp; Customer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Final Capstone Presentation | Day 7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Name: [Your Name]  •  Duration: 15–20 minutes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Educational project using synthetic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1"/>
                </a:solidFill>
              </a:defRPr>
            </a:pPr>
            <a:r>
              <a:t>Uber Eats needs to understand customer behaviour, restaurant performance, customer feedback, delivery times and hourly order demand.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D3741"/>
                </a:solidFill>
              </a:defRPr>
            </a:pPr>
            <a:r>
              <a:t>Project goal: demonstrate how analytics and machine learning can support operational and customer-focused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2.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Synthetic relational datasets used in the project: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Customers  • Restaurants  • Orders  • Deliveries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Drivers  • Reviews  • Payments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D3741"/>
                </a:solidFill>
              </a:defRPr>
            </a:pPr>
            <a:r>
              <a:t>Data is linked through entity IDs and timestamps. Mention the actual row counts from your generated CSV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3.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Explain the workflow: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Load and inspect source CSVs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Check data types, missing values and duplicates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Parse timestamps and validate join keys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Handle missing values and select relevant features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Create analytical features for modelling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Use your Day 1 validation and Day 2–5 notebook outputs as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4.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Methods: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Feature engineering and scaling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K-Means: Elbow Method and Silhouette Score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DBSCAN: dense groups and noise/outliers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PCA: lower-dimensional cluster visualization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Cluster profiling and business-friendly interpretation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Insert actual cluster counts and profile highlights from Day 2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5. NLP — Customer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Workflow: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Clean and preprocess review text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Convert text to numeric features with TF-IDF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Train a sentiment classifier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Evaluate using accuracy, precision, recall, F1-score and confusion matrix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Important: labels derived from star ratings are proxy labels, not human-annotated sentiment.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6. Regression — Delivery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Target: delivery_time_minutes for completed deliveries.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Features include order, timing, restaurant and operational attributes.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Models explored: baseline, Ridge, Lasso and Random Forest.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D3741"/>
                </a:solidFill>
              </a:defRPr>
            </a:pPr>
            <a:r>
              <a:t>Evaluation: MAE, RMSE and R²; compare test results and cross-validation. Add the actual best model and metrics from Day 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7. Forecasting — Hourly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Workflow: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Aggregate orders by hour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Explore hourly and weekly patterns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Decomposition and stationarity testing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ARIMA model and chronological evaluation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Prophet comparison only if successfully installed and run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Forecast the next 24 hours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Add actual model comparison and forecast observations from Day 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8.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Potential actions supported by the analysis: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Tailor retention campaigns to measured customer segments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Support restaurant performance reviews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Investigate recurring negative feedback themes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Plan staffing and rider capacity around forecast demand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Identify factors associated with longer delivery times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Treat these as decision-support ideas; validate with real operational data before acting.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9.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All datasets are synthetic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Rating-derived sentiment is a proxy target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Model performance may not generalize to real operations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Forecast accuracy depends on historical coverage and data quality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Feature importance/correlation does not prove causation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Prophet results should be reported only if actually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10.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Validate on real, privacy-protected operational data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Improve sentiment labels with human annotation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Tune models and test additional algorithms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Add geospatial, weather and live traffic signals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Monitor model drift and forecast errors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• Deploy dashboards/APIs with ongoing performance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11. End-to-End Solution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1"/>
                </a:solidFill>
              </a:defRPr>
            </a:pPr>
            <a:r>
              <a:t>Data generation and validation → preprocessing and EDA → segmentation → NLP → delivery-time regression → demand forecasting → business insights.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D3741"/>
                </a:solidFill>
              </a:defRPr>
            </a:pPr>
            <a:r>
              <a:t>Handover: Git repository, synthetic datasets, data dictionary, notebooks, processed outputs, evaluation evidence, saved models, documentation and this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12.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Thank you</a:t>
            </a: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3741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Uber Eats Capstone  |  Day 7  | 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